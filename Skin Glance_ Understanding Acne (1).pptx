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8128000" cy="4572000"/>
  <p:notesSz cx="8128000" cy="457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62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06:28:24.8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 24575,'219'-1'0,"236"3"0,-299 6 0,76 1 0,115 3 0,23-6 0,-213-8 0,90 15 0,73 9 0,-138-10 0,-108-7 0,88-6 0,50 2 0,-209-1 0,-1 0 0,0 0 0,0 0 0,1 1 0,-1-1 0,0 1 0,0 0 0,0 0 0,1 0 0,-1 0 0,0 0 0,0 0 0,0 0 0,-1 1 0,1-1 0,0 1 0,0-1 0,-1 1 0,1 0 0,0 1 0,-1-1 0,-1-1 0,1 0 0,-1 0 0,0 1 0,0-1 0,0 0 0,0 1 0,0-1 0,0 0 0,0 1 0,0-1 0,-1 0 0,1 1 0,0-1 0,-1 0 0,1 0 0,-1 0 0,1 1 0,-1-1 0,0 0 0,1 0 0,-1 0 0,0 0 0,0 0 0,0 0 0,0 0 0,0 0 0,0 0 0,0-1 0,0 1 0,0 0 0,0-1 0,-1 1 0,1-1 0,-2 2 0,-10 4 0,-1 0 0,0 0 0,0-1 0,0-1 0,-1 0 0,-14 1 0,-94 8 0,99-12 0,-516 7 0,314-11 0,-1786 4-1365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06:28:13.5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144 327 24575,'353'-8'0,"20"-1"0,69 29 0,26 62 0,-66-6 0,5-26 0,-268-34 0,143-1 0,33 4 0,-237-7 0,28 3 0,152 4 0,-194-16 0,124 22 0,-89-9 0,247 48 0,-295-53 0,70 5 0,-828-1 0,291-1 0,-421-10 0,630 4 0,-71 1 0,-121-17 0,3-30 0,-46-54 0,54 12 0,333 75 0,-100 5 0,60 3 0,92-3 0,-32 2 0,35-2 0,-1 0 0,1 0 0,0 0 0,-1 1 0,1-1 0,0 0 0,0 0 0,-1 0 0,1 0 0,0 0 0,0 0 0,-1 0 0,1 1 0,0-1 0,0 0 0,-1 0 0,1 0 0,0 1 0,0-1 0,0 0 0,-1 0 0,1 1 0,0-1 0,0 0 0,0 0 0,0 1 0,0-1 0,0 0 0,0 0 0,-1 1 0,1-1 0,0 0 0,0 1 0,0-1 0,15 14 0,7-2 0,1-1 0,0 0 0,35 9 0,80 17 0,-101-28 0,583 92 0,-313-61 0,-90-11 0,346 0 0,-28-47 0,28 0 0,-488 21 0,105 16 0,72 27 0,-39-6 0,-79-19 0,265 4 0,-134-25 0,-759 26 0,337-14 0,-94 9 0,-290 62 0,450-67 0,-155 9 0,-95-21 0,-992-6 0,727 3 0,578-3 0,-1-1 0,1-2 0,0-1 0,-31-10 0,-42-9 0,58 19 0,-1 2 0,0 1 0,-46 4 0,97 0 0,0-1 0,0 1 0,0 1 0,0-1 0,8 4 0,19 3 0,95 6 0,247-8 0,-240-8 0,-46 4 0,98-5 0,-187 3 0,-1 0 0,1 0 0,-1 0 0,1 0 0,-1 0 0,1 0 0,0 0 0,-1 0 0,1 0 0,-1 0 0,1 0 0,-1 0 0,1 0 0,-1 0 0,1 0 0,-1-1 0,1 1 0,-1 0 0,1 0 0,-1-1 0,1 1 0,-1 0 0,1-1 0,-1 1 0,0-1 0,1 1 0,-1 0 0,1-1 0,-1 1 0,0-1 0,0 1 0,1-1 0,-1 1 0,0-1 0,0 1 0,0-1 0,1 1 0,-1-1 0,0 1 0,0-1 0,0 0 0,0 1 0,0-1 0,0 1 0,0-2 0,-1 0 0,0 0 0,-1 1 0,1-1 0,0 0 0,-1 0 0,1 1 0,-1-1 0,1 1 0,-1-1 0,0 1 0,-3-3 0,-20-8 0,1 0 0,-2 1 0,1 1 0,-46-10 0,31 9 0,-181-50 0,-3 9 0,-287-27 0,509 79 0,-34-4 0,-55 2 0,88 3 0,4-1 0,13 1 0,26 1 0,504 14-591,124 1-397,396-20 375,0-57 179,-148-8 421,-856 65 7,277-22 498,525-17 1661,-558 42-2153,-447-14 0,-187-43 0,169 26 0,-75-14 0,-427-140 0,384 68 0,250 102 0,-36-14 0,49 24 0,1 0 0,-1-2 0,1 0 0,0 0 0,1-1 0,0-1 0,0 0 0,1-2 0,0 1 0,0-1 0,2-1 0,-1 0 0,-10-15 0,12 13-273,-2 0 0,0 1 0,-1 0 0,-20-15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8T06:28:17.7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24575,'562'0'0,"-506"3"0,-1 2 0,63 15 0,22 3 0,280-6 0,527-17 0,-847 9 0,-7-1 0,39 1 0,21-1 0,112-8 0,-312 9 0,14-1 0,-417 67 0,316-60 0,-192-2 0,-589-17 0,506 6 0,391-4 0,0 0 0,0-1 0,0-1 0,1 0 0,-1-2 0,-16-7 0,14 6 0,0 0 0,0 1 0,0 1 0,-24-3 0,-188 6 0,120 4 0,109-2 25,0 0-1,0 0 0,0 0 1,1 1-1,-1-1 1,0 1-1,1 0 0,-1 0 1,0 0-1,1 0 0,-1 0 1,1 1-1,-4 2 1,5-3-72,0-1 1,0 1 0,1 0 0,-1 0 0,0 0 0,1 0 0,-1 0 0,1 0-1,-1 0 1,1 0 0,0 0 0,-1 0 0,1 0 0,0 0 0,0 0 0,0 1-1,0-1 1,0 0 0,0 0 0,0 0 0,0 0 0,0 0 0,0 0 0,0 0-1,1 0 1,-1 1 0,1-1 0,-1 0 0,1 0 0,-1 0 0,1 0 0,-1-1-1,1 1 1,0 0 0,-1 0 0,3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1417320"/>
            <a:ext cx="6908800" cy="96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9200" y="2560320"/>
            <a:ext cx="568960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0640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18592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6400" y="182880"/>
            <a:ext cx="7315200" cy="731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6400" y="1051560"/>
            <a:ext cx="731520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63520" y="4251960"/>
            <a:ext cx="260096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640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5216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customXml" Target="../ink/ink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306" y="0"/>
            <a:ext cx="7748693" cy="4572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BBEA17B-D68A-68C8-087B-6BA6548C9DB2}"/>
                  </a:ext>
                </a:extLst>
              </p14:cNvPr>
              <p14:cNvContentPartPr/>
              <p14:nvPr/>
            </p14:nvContentPartPr>
            <p14:xfrm>
              <a:off x="371784" y="1803624"/>
              <a:ext cx="1144440" cy="74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BBEA17B-D68A-68C8-087B-6BA6548C9D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784" y="1740984"/>
                <a:ext cx="1270080" cy="20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8062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8062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8062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8062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8062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8062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8062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079" y="0"/>
            <a:ext cx="7741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965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306" y="0"/>
            <a:ext cx="774869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7775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306" y="0"/>
            <a:ext cx="7748693" cy="4572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B403E8-555D-D401-43BE-05EC2040677A}"/>
                  </a:ext>
                </a:extLst>
              </p14:cNvPr>
              <p14:cNvContentPartPr/>
              <p14:nvPr/>
            </p14:nvContentPartPr>
            <p14:xfrm>
              <a:off x="252984" y="3673824"/>
              <a:ext cx="2115360" cy="441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B403E8-555D-D401-43BE-05EC204067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344" y="3611184"/>
                <a:ext cx="2241000" cy="5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DA7054-A4CB-B89B-56A3-AF4598EBD96C}"/>
                  </a:ext>
                </a:extLst>
              </p14:cNvPr>
              <p14:cNvContentPartPr/>
              <p14:nvPr/>
            </p14:nvContentPartPr>
            <p14:xfrm>
              <a:off x="396264" y="456864"/>
              <a:ext cx="1095120" cy="80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DA7054-A4CB-B89B-56A3-AF4598EBD9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3264" y="394224"/>
                <a:ext cx="1220760" cy="20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306" y="0"/>
            <a:ext cx="774869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4869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00" y="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Custom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prateek chettay</cp:lastModifiedBy>
  <cp:revision>1</cp:revision>
  <dcterms:created xsi:type="dcterms:W3CDTF">2024-11-18T06:26:14Z</dcterms:created>
  <dcterms:modified xsi:type="dcterms:W3CDTF">2024-11-18T06:28:44Z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2024-11-18T00:00:00Z</vt:filetime>
  </property>
  <property fmtid="{D5CDD505-2E9C-101B-9397-08002B2CF9AE}" pid="3" name="LastSaved">
    <vt:filetime>2024-11-18T00:00:00Z</vt:filetime>
  </property>
</Properties>
</file>